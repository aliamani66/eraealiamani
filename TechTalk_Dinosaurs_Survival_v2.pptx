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۱ — پرده اول: افتتاحیه، استعاره دایناسورها و دوقلوهای ترس</a:t>
            </a:r>
          </a:p>
          <a:p/>
          <a:p>
            <a:r>
              <a:t>📌 راهنمای استیج: ورود آرام به وسط سن، لبخند، مکث ۲ ثانیه‌ای، نگاه متمرکز به جمعیت و شروع گرم.</a:t>
            </a:r>
          </a:p>
          <a:p/>
          <a:p>
            <a:r>
              <a:t>🎙️ نکات کلیدی گفتار:</a:t>
            </a:r>
          </a:p>
          <a:p>
            <a:r>
              <a:t>- ۶۶ میلیون سال پیش و بزرگ‌ترین درس بقا روی زمین.</a:t>
            </a:r>
          </a:p>
          <a:p>
            <a:r>
              <a:t>- تعریف دایناسور بودن در مهندسی: ۵ تا ۱۰ سال تسلط بر یک ابزار، کشیدن دیوار بتنی دور کدها و ساختن حاشیه امن کاذب («قلقش فقط دست خودمه»).</a:t>
            </a:r>
          </a:p>
          <a:p>
            <a:r>
              <a:t>- قانون بقا: انقراض غول‌های صلب و بقای پستانداران کوچک، چابک و تطبیق‌پذیر.</a:t>
            </a:r>
          </a:p>
          <a:p>
            <a:r>
              <a:t>- معرفی «دوقلوهای ترس» در طول ۱۶ سال مسیر حرفه‌ای:</a:t>
            </a:r>
          </a:p>
          <a:p>
            <a:r>
              <a:t>  ۱. قل اول (ترس از ضایع شدن و اشتباه کردن)</a:t>
            </a:r>
          </a:p>
          <a:p>
            <a:r>
              <a:t>  ۲. قل دوم (ترس از حذف شدن و بی‌مصرف شدن)</a:t>
            </a:r>
          </a:p>
          <a:p>
            <a:r>
              <a:t>- شروع داستان به ترتیب زمانی از سال ۱۳۸۸...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۲ — پرده دوم (۱۳۸۸ تا ۱۳۹۴): امپراتوری جاوا و ورود به دنیای عملیات</a:t>
            </a:r>
          </a:p>
          <a:p/>
          <a:p>
            <a:r>
              <a:t>📌 راهنمای استیج: حرکت به سمت راست سن، لحن صمیمی و نوستالژیک با طنز خودزنی مهندسی.</a:t>
            </a:r>
          </a:p>
          <a:p/>
          <a:p>
            <a:r>
              <a:t>🎙️ نکات کلیدی گفتار:</a:t>
            </a:r>
          </a:p>
          <a:p>
            <a:r>
              <a:t>- ۶ سال برنامه‌نویسی ناب و خالص جاوا از سال ۸۸ تا ۹۴ در اوج حاشیه امن.</a:t>
            </a:r>
          </a:p>
          <a:p>
            <a:r>
              <a:t>- سال ۹۴ و تصمیم به رفتن به عملیات (برچسب افت کلاس و خودکشی شغلی در نگاه برنامه‌نویس‌های آن زمان).</a:t>
            </a:r>
          </a:p>
          <a:p>
            <a:r>
              <a:t>- بیدار شدن دوقلوهای ترس: ترس از دستور اشتباه در پروداکشن زنده + ترس از نابودی هویت دولوپری.</a:t>
            </a:r>
          </a:p>
          <a:p>
            <a:r>
              <a:t>- ورود به عملیات با ذهن و سلاح یک برنامه‌نویس.</a:t>
            </a:r>
          </a:p>
          <a:p>
            <a:r>
              <a:t>- ایده آقای شریفی (Query Executor) و توسعه قابلیت SSH و لایو تیل (Live Tail) لاگ‌ها با جاوا توسط علی؛ جمع شدن صف پشت در عملیات.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۳ — پرده سوم (۱۳۹۵): وب‌لاجیک (WebLogic) در اسکیل Enterprise و ماژول Authenticator</a:t>
            </a:r>
          </a:p>
          <a:p/>
          <a:p>
            <a:r>
              <a:t>📌 راهنمای استیج: قدم زدن روی سن، روایت پرانرژی میدان جنگ ابزارها.</a:t>
            </a:r>
          </a:p>
          <a:p/>
          <a:p>
            <a:r>
              <a:t>🎙️ نکات کلیدی گفتار:</a:t>
            </a:r>
          </a:p>
          <a:p>
            <a:r>
              <a:t>- سال ۱۳۹۵: نیاز به مهاجرت از تام‌کت به وب‌لاجیک برای پایداری و High Availability واقعی در اسکیل بانکی.</a:t>
            </a:r>
          </a:p>
          <a:p>
            <a:r>
              <a:t>- مقاومت تیم تولید: «وب‌لاجیک سخته و ناشناخته است، ما دست نمی‌زنیم!»</a:t>
            </a:r>
          </a:p>
          <a:p>
            <a:r>
              <a:t>- خواندن ۲ الی ۳ هزار صفحه داکیومنت سنگین انگلیسی وب‌لاجیک با زبان ضعیف و دیکشنری.</a:t>
            </a:r>
          </a:p>
          <a:p>
            <a:r>
              <a:t>- نوشتن ماژول احراز هویت اختصاصی وب‌لاجیک و بالا آمدن سیستم.</a:t>
            </a:r>
          </a:p>
          <a:p>
            <a:r>
              <a:t>- درس بزرگ: بعدها با آمدن Cloud-Native فهمیدیم حتی وب‌لاجیک با آن عظمت هم دائمی نیست و باید رها 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۴ — پرده سوم (۱۳۹۶): حلقه For مرگبار و ضرورت اتوماسیون با Jenkins</a:t>
            </a:r>
          </a:p>
          <a:p/>
          <a:p>
            <a:r>
              <a:t>📌 راهنمای استیج: لبخند و لحن طنزآمیز، همراه کردن تماشاگران با استرس‌های واقعی پروداکشن.</a:t>
            </a:r>
          </a:p>
          <a:p/>
          <a:p>
            <a:r>
              <a:t>🎙️ نکات کلیدی گفتار:</a:t>
            </a:r>
          </a:p>
          <a:p>
            <a:r>
              <a:t>- سال ۱۳۹۶: مهاجرت از NFS به کپی مستقیم با اسکریپت و حلقه for روی لیست IP سرورها.</a:t>
            </a:r>
          </a:p>
          <a:p>
            <a:r>
              <a:t>- فاجعه ارسال اشتباهی دستور shutdown داخل حلقه for و خاموش شدن یکی‌یکی سرورهای دیتاسنتر!</a:t>
            </a:r>
          </a:p>
          <a:p>
            <a:r>
              <a:t>- ضرورت اتوماسیون با Git و Jenkins و مقاومت شدید همکاران از ترس بیکار شدن و حذف شدن.</a:t>
            </a:r>
          </a:p>
          <a:p>
            <a:r>
              <a:t>- نوشتن فریم‌ورک اتوماسیون با زبان Groovy در جنکینز برای راحت کردن کار بچه‌ها، نه گرفتن جای آن‌ها.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۵ — پرده سوم (۱۳۹۷): نجات از جزیره‌های لاگ و مهاجرت به ELK</a:t>
            </a:r>
          </a:p>
          <a:p/>
          <a:p>
            <a:r>
              <a:t>📌 راهنمای استیج: لحن رو به جلو، نشان دادن غلبه بر هرج‌ومرج داده‌ها.</a:t>
            </a:r>
          </a:p>
          <a:p/>
          <a:p>
            <a:r>
              <a:t>🎙️ نکات کلیدی گفتار:</a:t>
            </a:r>
          </a:p>
          <a:p>
            <a:r>
              <a:t>- سال ۱۳۹۷: پایان دوران SSH زدن دستی به ۲۰ سرور مختلف برای پیدا کردن یک خطا.</a:t>
            </a:r>
          </a:p>
          <a:p>
            <a:r>
              <a:t>- نوشتن کانفیگ پیچیده ۵۰۰-۶۰۰ خطی Filebeat برای هدایت متمرکز تمام لاگ‌ها به ELK.</a:t>
            </a:r>
          </a:p>
          <a:p>
            <a:r>
              <a:t>- نفس کشیدن سرورها و شکل‌گیری نیاز به یک تحول عمیق‌تر در ساختار سازمان.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۶ — پرده چهارم (۱۳۹۸ تا ۱۴۰۰): تیم تحقیق و توسعه (R&amp;D Ops) و قانون طلایی «رها کردن»</a:t>
            </a:r>
          </a:p>
          <a:p/>
          <a:p>
            <a:r>
              <a:t>📌 راهنمای استیج: ایستادن در مرکز سن، لحن مقتدر در بیان اصول سازمانی، سپس لحن صمیمی و صادقانه در روایت ترس درونی.</a:t>
            </a:r>
          </a:p>
          <a:p/>
          <a:p>
            <a:r>
              <a:t>🎙️ نکات کلیدی گفتار:</a:t>
            </a:r>
          </a:p>
          <a:p>
            <a:r>
              <a:t>- سال ۱۳۹۸ و ابتکار آقای شریفی: تشکیل «تیم تولیدِ عملیات» (۴ برنامه‌نویس باسابقه + ۱ مهندس دوآپس) و تکامل به R&amp;D Ops.</a:t>
            </a:r>
          </a:p>
          <a:p>
            <a:r>
              <a:t>- چرخه ۵ مرحله‌ای: ۱. تحلیل نیاز و فیدبک ۲. تحقیق و POC ۳. مستندسازی ۴. آماده‌سازی پروداکشن ۵. آموزش و تحویل قطعی به عملیات.</a:t>
            </a:r>
          </a:p>
          <a:p>
            <a:r>
              <a:t>- قانون طلایی سازمان: «حق ندارید هیچ سرویسی که بالا می‌آورید رو خودتون نگه دارید! بسازید، تحویل بدید و رها کنید!» (تفکیک کیفیت از مالکیت).</a:t>
            </a:r>
          </a:p>
          <a:p>
            <a:r>
              <a:t>- سال ۱۳۹۹ و مواجهه با قل دوم ترس: دیدن همکار جوانی که پایپ‌لاین‌های من رو سریع‌تر بازنویسی می‌کرد؛ غلبه بر وسوسه انحصارطلبی و رفتن سراغ ساخت ابزار توپولوژی خودکار میکروسرویس‌ها.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۷ — پرده پنجم (سال ۱۴۰۰ - نقطه اوج): ساعت ۰۶:۰۰ صبح بانک و امتحان نهایی</a:t>
            </a:r>
          </a:p>
          <a:p/>
          <a:p>
            <a:r>
              <a:t>📌 راهنمای استیج: ضربان صدا بالا، ایجاد حس تعلیق و هیجان در سالن.</a:t>
            </a:r>
          </a:p>
          <a:p/>
          <a:p>
            <a:r>
              <a:t>🎙️ نکات کلیدی گفتار:</a:t>
            </a:r>
          </a:p>
          <a:p>
            <a:r>
              <a:t>- سال ۱۴۰۰: ۳ سال برنامه‌ریزی محتاطانه برای مهاجرت به کوبرنتیز، اما وقوع اینسیدنت فاجعه‌بار و خوابیدن زیرساخت سنتی.</a:t>
            </a:r>
          </a:p>
          <a:p>
            <a:r>
              <a:t>- فشرده شدن پروژه ۳ ساله در ۳ شبانه‌روز بی‌خوابی مطلق و مهاجرت بیگ‌بنگ Core بانک به کوبرنتیز.</a:t>
            </a:r>
          </a:p>
          <a:p>
            <a:r>
              <a:t>- ساعت ۶:۱۵ صبح، لرزش دست روی کیبورد قبل از باز شدن شعب بانک و هجوم دوباره دوقلوهای ترس.</a:t>
            </a:r>
          </a:p>
          <a:p>
            <a:r>
              <a:t>- غلبه بر فلج ذهنی با تمرکز روی لاگ‌ها و قدم‌های کوچک؛ ساعت ۶:۳۰ صبح، سبز ماندن لاگ‌ها و نجات سیستم!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۸ — پرده ششم (۱۴۰۳ و آینده): پلتفرم خودکارسازی هوشمند عملیات (Autonomous ISR Platform)</a:t>
            </a:r>
          </a:p>
          <a:p/>
          <a:p>
            <a:r>
              <a:t>📌 راهنمای استیج: نشان دادن جهش تکنولوژی امروز، انتقال حس سرعت و هوشمندی.</a:t>
            </a:r>
          </a:p>
          <a:p/>
          <a:p>
            <a:r>
              <a:t>🎙️ نکات کلیدی گفتار:</a:t>
            </a:r>
          </a:p>
          <a:p>
            <a:r>
              <a:t>- رسیدن به زمان حال (۱۴۰۳): توسعه پلتفرم هوشمند ISR در تیم تحقیق و توسعه.</a:t>
            </a:r>
          </a:p>
          <a:p>
            <a:r>
              <a:t>- ارکستراسیون فرآیندها با n8n، تریگر خودکار جاب‌های Jenkins، تگ زدن اتوماتیک ورژن‌های Git و تحلیل لاگ‌ها و Auto-Remediation با ایجنت‌های هوش مصنوعی.</a:t>
            </a:r>
          </a:p>
          <a:p>
            <a:r>
              <a:t>- انجام کارهایی که روزی ساعت‌ها جلسه و شیفت شبانه می‌طلبید، در چند ثانیه.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۹ — پرده ششم (ادامه): شهاب‌سنگ هوش مصنوعی (AI) و دوراهی سرنوشت‌ساز بقا</a:t>
            </a:r>
          </a:p>
          <a:p/>
          <a:p>
            <a:r>
              <a:t>📌 راهنمای استیج: اشاره مستقیم به تصویر شهاب‌سنگ و تقابل دو گروه، برانگیختن همذات‌پنداری عمیق در سالن.</a:t>
            </a:r>
          </a:p>
          <a:p/>
          <a:p>
            <a:r>
              <a:t>🎙️ نکات کلیدی گفتار:</a:t>
            </a:r>
          </a:p>
          <a:p>
            <a:r>
              <a:t>- بیدار شدن همگانی دوقلوهای ترس: امروز همه ما (از جونیور تا سینیور) پشت ChatGPT و Cursor دلمان لرزیده.</a:t>
            </a:r>
          </a:p>
          <a:p>
            <a:r>
              <a:t>- تقابل دو رویکرد در تصویر:</a:t>
            </a:r>
          </a:p>
          <a:p>
            <a:r>
              <a:t>  • سمت چپ (دایناسورها): سنگر گرفتن در قلعه قدیمی و بغل کردن سرورها و کابل‌های سنتی از ترس تغییر.</a:t>
            </a:r>
          </a:p>
          <a:p>
            <a:r>
              <a:t>  • سمت راست (پستانداران تطبیق‌پذیر): رفتن به استقبال تغییر با آغوش باز و یادگیری مداوم.</a:t>
            </a:r>
          </a:p>
          <a:p>
            <a:r>
              <a:t>- ماشین کد می‌زند و پایپ‌لاین ران می‌کند، اما هرگز نمی‌تواند «شجاعت» داشته باشد و پوست بیندازد.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۱۰ — پایان: پیام طلایی بقا — دایناسور نباشید؛ پوست بیندازید و زنده بمانید</a:t>
            </a:r>
          </a:p>
          <a:p/>
          <a:p>
            <a:r>
              <a:t>📌 راهنمای استیج: ایستادن در مرکز سن، لحن الهام‌بخش و مقتدر.</a:t>
            </a:r>
          </a:p>
          <a:p/>
          <a:p>
            <a:r>
              <a:t>🎙️ نکات کلیدی گفتار:</a:t>
            </a:r>
          </a:p>
          <a:p>
            <a:r>
              <a:t>- از دوقلوهای ترس فرار نکنید؛ آن‌ها نشانه این هستند که در لبه رشدتان ایستاده‌اید.</a:t>
            </a:r>
          </a:p>
          <a:p>
            <a:r>
              <a:t>- دست ترس‌هایتان را بگیرید و با هم بپرید وسط دنیای جدید.</a:t>
            </a:r>
          </a:p>
          <a:p/>
          <a:p>
            <a:r>
              <a:t>جمله طلایی پایانی:</a:t>
            </a:r>
          </a:p>
          <a:p>
            <a:r>
              <a:t>«دایناسور نباشید؛ تغییر کنید، پوست بیندازید و زنده بمانید.»</a:t>
            </a:r>
          </a:p>
          <a:p/>
          <a:p>
            <a:r>
              <a:t>*(سکوت ۳ ثانیه‌ای — نگاه مستقیم به سالن)*</a:t>
            </a:r>
          </a:p>
          <a:p>
            <a:r>
              <a:t>خیلی ممنونم از همگی.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